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7" r:id="rId4"/>
    <p:sldId id="268" r:id="rId5"/>
    <p:sldId id="260" r:id="rId6"/>
    <p:sldId id="261" r:id="rId7"/>
    <p:sldId id="263" r:id="rId8"/>
    <p:sldId id="269" r:id="rId9"/>
    <p:sldId id="264" r:id="rId10"/>
    <p:sldId id="272" r:id="rId11"/>
    <p:sldId id="270" r:id="rId12"/>
    <p:sldId id="271" r:id="rId13"/>
    <p:sldId id="274" r:id="rId14"/>
    <p:sldId id="275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2" autoAdjust="0"/>
    <p:restoredTop sz="94660"/>
  </p:normalViewPr>
  <p:slideViewPr>
    <p:cSldViewPr snapToGrid="0">
      <p:cViewPr varScale="1">
        <p:scale>
          <a:sx n="59" d="100"/>
          <a:sy n="59" d="100"/>
        </p:scale>
        <p:origin x="7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AD026-9121-88AC-677D-F39AFFE27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7B047A-8D8A-AE49-9479-F50F78DDB2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5BC5B-EE45-BA92-5E97-E58CBAB88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C2BB-EA55-4BFF-B743-536AE1E4B30A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2D81D-1972-7E33-F55F-604F640A1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4B927-1982-CD8A-E9E3-FDD6D23A2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01CC6-571A-4531-AA43-73D0616A5C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995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1425-37C3-04CA-1531-9B25ED96A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85748-E02E-6188-C788-2DA388C3E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D63D0-CA92-0A2A-8DA1-6659F9ECD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C2BB-EA55-4BFF-B743-536AE1E4B30A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A5FDD-3473-69AA-624F-DB8ABC7F9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02FF3-9D50-4882-6BD8-B271C89AA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01CC6-571A-4531-AA43-73D0616A5C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178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B9C1F-04B8-2F67-3374-62DA60BC3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C3589-757D-D0D4-4600-1B59BE8FD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DA534-6978-A572-FCA1-8F9E881E9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C2BB-EA55-4BFF-B743-536AE1E4B30A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97989-8FA7-5C75-E211-9FFBB5FA6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0A500-D198-26F8-E11F-CCBDAA09B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01CC6-571A-4531-AA43-73D0616A5C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02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23DDD-7D53-9A37-34DF-408D5A47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A08A6-E508-898C-7FB6-EAEE241DB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AF5E8C-6C87-5D39-7C31-6B138FE7CD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8007F-B8F2-B8C1-4DDA-E22992E24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C2BB-EA55-4BFF-B743-536AE1E4B30A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C710E-95AB-4C81-5A18-17890F62D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50606-CFA2-E902-7AE3-6808F8B33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01CC6-571A-4531-AA43-73D0616A5C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900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9EC97-476A-B9DE-0DBA-58CBDC16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7D8B6-9D35-5307-42C3-E165FCA88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F75673-BFDA-442B-5382-6943BEF52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437651-EE2E-F7E0-82FC-FA0B9518E9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77BDA7-0F36-7F52-3214-C72B046599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B49E9B-6A0B-3ADD-A8D7-8B2B35EF1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C2BB-EA55-4BFF-B743-536AE1E4B30A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080BEC-3226-BB27-D1AE-03B02D03C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23989-F05A-4146-800B-E9D44D3F9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01CC6-571A-4531-AA43-73D0616A5C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17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50A4F-36C8-4FFC-859C-9C15F859B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27FC3F-0FC3-F973-8F2C-015AD8B90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C2BB-EA55-4BFF-B743-536AE1E4B30A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F0263-D78B-9B00-609C-DC82B0E3C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A9DD0E-A9E3-1E47-1D68-B10F9693A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01CC6-571A-4531-AA43-73D0616A5C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7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6484C2-EF90-6424-61B1-A344D10E6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C2BB-EA55-4BFF-B743-536AE1E4B30A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ED41B6-286A-15C3-D87F-3BC0E3DDE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887E8-F2B2-A90D-21C8-2B7346170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01CC6-571A-4531-AA43-73D0616A5C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477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7B1C3-C7E8-6EC6-F51B-A356DEBE6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4B267-1E0C-6D38-E1FD-BC4816940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82B3A7-E50B-BCE0-B529-8FEE87671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5075B6-415C-C272-07C3-4845E161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C2BB-EA55-4BFF-B743-536AE1E4B30A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3C481-C823-5F2B-D007-F382C9682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68147-87B3-7F05-01D4-181DDD8A4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01CC6-571A-4531-AA43-73D0616A5C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685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A6724-6421-B51A-CED1-CB7C44370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E5A342-FE6F-EDE2-916B-E63725DDF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F3A738-4F2E-64E8-8729-A9D8A77DF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BBA98-7CDF-3563-8BC7-B4FB18BEE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C2BB-EA55-4BFF-B743-536AE1E4B30A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3E8EA6-9E2A-0C06-B9D6-4844DB0BD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F53E28-0ACB-E13B-BCEB-E132539C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01CC6-571A-4531-AA43-73D0616A5C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191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9E53E-25D2-081B-33D6-38FC5B004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F43703-CBA6-D63C-65E1-9AE45AC2E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159AA-0F3A-4FFF-D048-586AF09B0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C2BB-EA55-4BFF-B743-536AE1E4B30A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0898E-1FCB-27FC-AF32-2EB9BFB14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E73DF-9998-D54E-7F57-9C5DC0211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01CC6-571A-4531-AA43-73D0616A5C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862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C9D19C-0D80-6F24-7C1A-585EED2D1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E90463-6D5B-F003-5D08-68AEE4174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3B70D-3461-B1A9-8D3C-B662A9F83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C2BB-EA55-4BFF-B743-536AE1E4B30A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A9A32-836F-23AA-F160-BD6E24D1E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12E71-ACC4-CC36-DC26-23E6BC48D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01CC6-571A-4531-AA43-73D0616A5C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543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4AAA3A-9258-E9EC-4F00-699788E50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1FA38-2E4F-BF5D-7E4B-4859C78A9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BAE2C-8002-973E-0ED4-DC22E4854F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4FC2BB-EA55-4BFF-B743-536AE1E4B30A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64B2A-8FCD-EFBB-762B-2E832736BA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A8956-B470-C11E-C6DF-CEA7CEE239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F01CC6-571A-4531-AA43-73D0616A5C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821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13B1D0-6458-1523-BEF8-680262020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025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B2CE8D-CB83-855B-47A4-C3E0B9E3FB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71" b="1"/>
          <a:stretch>
            <a:fillRect/>
          </a:stretch>
        </p:blipFill>
        <p:spPr>
          <a:xfrm>
            <a:off x="457200" y="750235"/>
            <a:ext cx="11277600" cy="535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498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F4B719-5DFE-E100-7ABF-82771E68F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3346"/>
            <a:ext cx="11277600" cy="513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161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5119FF-A155-585F-A0D0-A6696A563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57" y="457200"/>
            <a:ext cx="1126748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534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22A369-7F4B-74B1-1517-DD60F9C3E8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15" b="1948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871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559A05-7445-5E52-2512-B7BC72402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E4C378-8B54-F2BA-581D-BB1E6A7CF4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80" b="1"/>
          <a:stretch>
            <a:fillRect/>
          </a:stretch>
        </p:blipFill>
        <p:spPr>
          <a:xfrm>
            <a:off x="457200" y="457214"/>
            <a:ext cx="11277600" cy="594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17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9C4B3F-AFD3-EB2D-39BD-DBF0B74C96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39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614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3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1" name="Rectangle 140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Rectangle 148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5C7E365B-04E2-B5D0-C42F-48E6525BC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58" y="629354"/>
            <a:ext cx="11494834" cy="4244087"/>
          </a:xfrm>
          <a:prstGeom prst="rect">
            <a:avLst/>
          </a:prstGeom>
        </p:spPr>
      </p:pic>
      <p:grpSp>
        <p:nvGrpSpPr>
          <p:cNvPr id="157" name="Group 156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3" name="Oval 162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9F383B-FD53-E195-2366-4263C4EB1827}"/>
              </a:ext>
            </a:extLst>
          </p:cNvPr>
          <p:cNvSpPr txBox="1"/>
          <p:nvPr/>
        </p:nvSpPr>
        <p:spPr>
          <a:xfrm>
            <a:off x="5925304" y="4018143"/>
            <a:ext cx="5549111" cy="212959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Repo Access only to DevOps team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950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54F4E4-B5FE-FEAC-297E-7F6EEF581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4EA976-0AD5-2275-29AE-E733AA992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16" y="457200"/>
            <a:ext cx="1084045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36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7FEC0A-B905-BCA3-1C94-AA042D6C99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56" b="-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465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78A5AA-1B51-3588-D7D7-B87C2DE61A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39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535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A2E3D4-36C1-2E8D-C455-CA90C945A3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00" b="841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048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524E94-3E7B-A93A-B81D-DDFB523465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17" y="672384"/>
            <a:ext cx="11277600" cy="34678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7528C33-665A-66B2-4411-9FF9F63482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063" y="5136878"/>
            <a:ext cx="10415022" cy="49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66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0959F59E-86AC-4677-BFB0-9CD55AB1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97ED08E-7CE7-4539-8E16-6A356378B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7090"/>
            <a:ext cx="7324526" cy="589788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037E81-4ABF-ABBB-6DF6-B708345F7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5676"/>
          <a:stretch>
            <a:fillRect/>
          </a:stretch>
        </p:blipFill>
        <p:spPr>
          <a:xfrm>
            <a:off x="641179" y="1587396"/>
            <a:ext cx="6999492" cy="3697268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39F96DC1-4B54-4B36-B945-425E4C04A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9003" y="487090"/>
            <a:ext cx="3745983" cy="18562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AA21729-B972-E312-F1F2-7D3185A8E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872" y="832250"/>
            <a:ext cx="3420946" cy="1154568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A4F450A1-0760-4C39-82E4-515AA4FC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9003" y="2511639"/>
            <a:ext cx="3745983" cy="18562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300A5B-7160-09C5-06C8-E8CFA8B897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872" y="3182002"/>
            <a:ext cx="3420946" cy="513142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0185CD32-2E94-4663-81AE-CC54E44AC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9003" y="4528738"/>
            <a:ext cx="3745983" cy="18562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0912AD-D5EC-71A1-0689-00FE01CA8D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9872" y="5228859"/>
            <a:ext cx="3420946" cy="45327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2FEB9E7-30A9-2157-528D-FE7583107766}"/>
              </a:ext>
            </a:extLst>
          </p:cNvPr>
          <p:cNvSpPr txBox="1"/>
          <p:nvPr/>
        </p:nvSpPr>
        <p:spPr>
          <a:xfrm>
            <a:off x="852769" y="64758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accent6"/>
                </a:solidFill>
                <a:latin typeface="Aharoni" panose="020F0502020204030204" pitchFamily="2" charset="-79"/>
                <a:ea typeface="ADLaM Display" panose="020F0502020204030204" pitchFamily="2" charset="0"/>
                <a:cs typeface="Aharoni" panose="020F0502020204030204" pitchFamily="2" charset="-79"/>
              </a:rPr>
              <a:t>TESTS DONE</a:t>
            </a:r>
            <a:r>
              <a:rPr lang="en-IN" sz="3200" dirty="0">
                <a:solidFill>
                  <a:schemeClr val="accent6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2573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6128BF-A227-BD74-9025-D74BCD927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0309"/>
            <a:ext cx="11277600" cy="566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60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</TotalTime>
  <Words>8</Words>
  <Application>Microsoft Office PowerPoint</Application>
  <PresentationFormat>Widescreen</PresentationFormat>
  <Paragraphs>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Aharoni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Neeraja G</dc:creator>
  <cp:lastModifiedBy>Neeraja G</cp:lastModifiedBy>
  <cp:revision>3</cp:revision>
  <dcterms:created xsi:type="dcterms:W3CDTF">2026-01-13T15:44:40Z</dcterms:created>
  <dcterms:modified xsi:type="dcterms:W3CDTF">2026-01-29T11:58:24Z</dcterms:modified>
</cp:coreProperties>
</file>